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 —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title: ATHENA × TurboTax — Partnership Pitch Deck</a:t>
            </a:r>
          </a:p>
          <a:p/>
          <a:p>
            <a:r>
              <a:t>ATHENA × TurboTax — Empowering women to build wealth, with tax-aware planning built-in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 —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- Women entrepreneurs and wealth-builders use fragmented tools for accounting, tax, and business formation.</a:t>
            </a:r>
          </a:p>
          <a:p>
            <a:r>
              <a:t>- Planning vs. after-tax outcomes are disconnected—this creates poor business decisions and missed optimization.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 —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- Combine ATHENA’s lifecycle platform (Formation Studio, Finance Engines, Life Pathways) with TurboTax’s tax engine to deliver a unique, holistic product.</a:t>
            </a:r>
          </a:p>
          <a:p>
            <a:r>
              <a:t>- Cross-sell opportunities and sticky annual tax events increase retention and monetization.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 — Proposed Integration (MVP)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- API Integration for tax projections</a:t>
            </a:r>
          </a:p>
          <a:p>
            <a:r>
              <a:t>- Start with W2/1099, self-employed, and rental property projections</a:t>
            </a:r>
          </a:p>
          <a:p>
            <a:r>
              <a:t>- Surface tax projections in Formation Studio and Finance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 — Go-to-market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- Pilot with a subset of business-builders &amp; formation users</a:t>
            </a:r>
          </a:p>
          <a:p>
            <a:r>
              <a:t>- Co-marketing campaigns &amp; shared landing pages</a:t>
            </a:r>
          </a:p>
          <a:p>
            <a:r>
              <a:t>- Revenue options: referral, co-branded premium, subscription add-on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 — Security &amp; Privacy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- Explicit opt-in for data sharing</a:t>
            </a:r>
          </a:p>
          <a:p>
            <a:r>
              <a:t>- SOC2 and PII controls; collaborate on contract &amp; data handling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 — Timeline &amp; Cost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- Pilot: 2–3 months</a:t>
            </a:r>
          </a:p>
          <a:p>
            <a:r>
              <a:t>- Production API integration: 6–12 months</a:t>
            </a:r>
          </a:p>
          <a:p>
            <a:r>
              <a:t>- Costs: initial dev + ongoing licensing depending on partnership model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 — Ask from TurboTax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- Sandbox API access &amp; partner engineering contact</a:t>
            </a:r>
          </a:p>
          <a:p>
            <a:r>
              <a:t>- High-level commercial term guide (referral vs licensing)</a:t>
            </a:r>
          </a:p>
          <a:p>
            <a:r>
              <a:t>- Quick legal NDA to start discovery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 — Contacts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ATHENA Partnerships</a:t>
            </a:r>
          </a:p>
          <a:p>
            <a:r>
              <a:t>partnership@athena.example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