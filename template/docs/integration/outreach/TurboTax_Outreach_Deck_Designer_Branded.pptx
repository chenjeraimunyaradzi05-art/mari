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Introduce ATHENA and the opportunity to combine business formation with TurboTax tax engine to deliver unique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# ATHENA x TurboTax — Partnership Executive One-Pager</a:t>
            </a:r>
          </a:p>
          <a:p/>
          <a:p>
            <a:r>
              <a:t>Key ask: Request sandbox access &amp; partner engineering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propose a short pilot and outline next steps to legal/engineers/BD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ATHENA × TurboTax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Partner outreach — integrated tax preparation &amp; optimization for women entrepreneurs</a:t>
            </a:r>
          </a:p>
        </p:txBody>
      </p:sp>
      <p:pic>
        <p:nvPicPr>
          <p:cNvPr id="4" name="Picture 3" descr="athen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64592"/>
            <a:ext cx="2011680" cy="603504"/>
          </a:xfrm>
          <a:prstGeom prst="rect">
            <a:avLst/>
          </a:prstGeom>
        </p:spPr>
      </p:pic>
      <p:pic>
        <p:nvPicPr>
          <p:cNvPr id="5" name="Picture 4" descr="hero-patte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C4A6E"/>
                </a:solidFill>
                <a:latin typeface="Inter"/>
              </a:defRPr>
            </a:pPr>
            <a:r>
              <a:t>ATHENA × TurboTax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# ATHENA x TurboTax — Partnership Executive One-Pager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t>Why ATHENA + TurboTax matters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t>- ATHENA is a Life Operating System for women, combining business formation, finance, housing and wellness. TurboTax (Intuit) brings industry-leading tax calculations and consumer trust.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t>- Integration offers a high-value combined product: planning → income → after-tax wealth optimization — unique in the market.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1820"/>
                </a:solidFill>
              </a:defRPr>
            </a:pPr>
            <a:r>
              <a:t>Why this matters:</a:t>
            </a:r>
          </a:p>
          <a:p>
            <a:pPr>
              <a:defRPr sz="1200">
                <a:solidFill>
                  <a:srgbClr val="4E5560"/>
                </a:solidFill>
              </a:defRPr>
            </a:pPr>
            <a:r>
              <a:t>• Increases retention and lifetime value</a:t>
            </a:r>
            <a:br/>
            <a:r>
              <a:t>• Offers immediate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A"/>
                </a:solidFill>
              </a:defRPr>
            </a:pPr>
            <a:r>
              <a:t>ATHENA — TurboTax Integration | Confidential — for partner discovery use only</a:t>
            </a:r>
          </a:p>
        </p:txBody>
      </p:sp>
      <p:pic>
        <p:nvPicPr>
          <p:cNvPr id="7" name="Picture 6" descr="athen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64592"/>
            <a:ext cx="201168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C4A6E"/>
                </a:solidFill>
                <a:latin typeface="Inter"/>
              </a:defRPr>
            </a:pPr>
            <a:r>
              <a:t>Ask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Sandbox API access &amp; partner engineering contact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t>High-level commercial term guide (referral vs licensing)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t>NDA and quick discovery meeting (2–3 month pilot plan)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1820"/>
                </a:solidFill>
              </a:defRPr>
            </a:pPr>
            <a:r>
              <a:t>Why this matters:</a:t>
            </a:r>
          </a:p>
          <a:p>
            <a:pPr>
              <a:defRPr sz="1200">
                <a:solidFill>
                  <a:srgbClr val="4E5560"/>
                </a:solidFill>
              </a:defRPr>
            </a:pPr>
            <a:r>
              <a:t>• Increases retention and lifetime value</a:t>
            </a:r>
            <a:br/>
            <a:r>
              <a:t>• Offers immediate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A"/>
                </a:solidFill>
              </a:defRPr>
            </a:pPr>
            <a:r>
              <a:t>ATHENA — TurboTax Integration | Confidential — for partner discovery use only</a:t>
            </a:r>
          </a:p>
        </p:txBody>
      </p:sp>
      <p:pic>
        <p:nvPicPr>
          <p:cNvPr id="7" name="Picture 6" descr="athen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64592"/>
            <a:ext cx="2011680" cy="603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